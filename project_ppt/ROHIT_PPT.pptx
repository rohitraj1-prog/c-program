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0" r:id="rId8"/>
    <p:sldId id="271" r:id="rId9"/>
    <p:sldId id="273" r:id="rId10"/>
    <p:sldId id="272" r:id="rId11"/>
    <p:sldId id="269" r:id="rId12"/>
    <p:sldId id="265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5238A-5F6D-4160-8FF2-32179977DA28}" v="1" dt="2026-01-06T15:41:48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kashi" userId="06be6f6ec154e7a3" providerId="LiveId" clId="{D638F9FB-514F-4D4F-AE42-8BCDDFB55218}"/>
    <pc:docChg chg="custSel modSld">
      <pc:chgData name="abhishek kashi" userId="06be6f6ec154e7a3" providerId="LiveId" clId="{D638F9FB-514F-4D4F-AE42-8BCDDFB55218}" dt="2026-01-06T15:41:54.149" v="3" actId="1076"/>
      <pc:docMkLst>
        <pc:docMk/>
      </pc:docMkLst>
      <pc:sldChg chg="addSp delSp modSp mod">
        <pc:chgData name="abhishek kashi" userId="06be6f6ec154e7a3" providerId="LiveId" clId="{D638F9FB-514F-4D4F-AE42-8BCDDFB55218}" dt="2026-01-06T15:41:54.149" v="3" actId="1076"/>
        <pc:sldMkLst>
          <pc:docMk/>
          <pc:sldMk cId="2962524411" sldId="272"/>
        </pc:sldMkLst>
        <pc:picChg chg="del">
          <ac:chgData name="abhishek kashi" userId="06be6f6ec154e7a3" providerId="LiveId" clId="{D638F9FB-514F-4D4F-AE42-8BCDDFB55218}" dt="2026-01-06T15:41:37.507" v="0" actId="21"/>
          <ac:picMkLst>
            <pc:docMk/>
            <pc:sldMk cId="2962524411" sldId="272"/>
            <ac:picMk id="3" creationId="{ED360D93-B48A-928A-A800-B0EE5CCEE711}"/>
          </ac:picMkLst>
        </pc:picChg>
        <pc:picChg chg="add mod">
          <ac:chgData name="abhishek kashi" userId="06be6f6ec154e7a3" providerId="LiveId" clId="{D638F9FB-514F-4D4F-AE42-8BCDDFB55218}" dt="2026-01-06T15:41:54.149" v="3" actId="1076"/>
          <ac:picMkLst>
            <pc:docMk/>
            <pc:sldMk cId="2962524411" sldId="272"/>
            <ac:picMk id="5" creationId="{62D7331E-C54F-CCEC-9F8C-5210D06246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44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20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2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11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5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38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47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72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83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8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EAFB-6D89-475A-AF1D-AF2E591642D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5BB669B-009E-4B40-AFDC-4BA57BF902A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9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makery.ch/library/html-css/part1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6951-2B14-D744-D4A5-8538417EF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80" y="571911"/>
            <a:ext cx="12083845" cy="2387600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rgbClr val="00B0F0"/>
                </a:solidFill>
              </a:rPr>
              <a:t>PROJECT NAME:AGE SURVEY ANALYZER</a:t>
            </a:r>
            <a:r>
              <a:rPr lang="en-IN"/>
              <a:t>										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A5A6F-FB8E-F02E-94E8-838C6C721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587" y="2959511"/>
            <a:ext cx="10589341" cy="3569108"/>
          </a:xfrm>
        </p:spPr>
        <p:txBody>
          <a:bodyPr/>
          <a:lstStyle/>
          <a:p>
            <a:pPr algn="l"/>
            <a:r>
              <a:rPr lang="en-IN"/>
              <a:t>SUBMITED BY:                                                                      GUIDENCE/SUBMITED TO:                                                            </a:t>
            </a:r>
          </a:p>
          <a:p>
            <a:pPr algn="l"/>
            <a:r>
              <a:rPr lang="en-IN"/>
              <a:t>ROHIT   RAJ                                                                                     MISS.NAINA DEVI</a:t>
            </a:r>
          </a:p>
          <a:p>
            <a:pPr algn="l"/>
            <a:r>
              <a:rPr lang="en-IN"/>
              <a:t>1</a:t>
            </a:r>
            <a:r>
              <a:rPr lang="en-IN" baseline="30000"/>
              <a:t>ST</a:t>
            </a:r>
            <a:r>
              <a:rPr lang="en-IN"/>
              <a:t> SEMESTER                                                                              IBM SME</a:t>
            </a:r>
          </a:p>
          <a:p>
            <a:pPr algn="l"/>
            <a:r>
              <a:rPr lang="en-IN"/>
              <a:t>BTECH CSE (AI/ML)                                                                  SESSION:2025-26</a:t>
            </a:r>
          </a:p>
          <a:p>
            <a:pPr algn="l"/>
            <a:r>
              <a:rPr lang="en-IN"/>
              <a:t>SECTION: B</a:t>
            </a:r>
          </a:p>
          <a:p>
            <a:pPr algn="l"/>
            <a:r>
              <a:rPr lang="en-IN"/>
              <a:t>IBM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14C77-3D20-195C-7FA8-ED2D14E9D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000" y="39133"/>
            <a:ext cx="3334215" cy="133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0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F4C0-25F7-74D6-BCC6-243B2095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📌title</a:t>
            </a:r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F4DB6F-3F64-19FE-CE4D-12B54BAE3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Student Marksheet &amp; Ranking System using C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Developed using C programming</a:t>
            </a:r>
          </a:p>
          <a:p>
            <a:r>
              <a:rPr lang="en-US"/>
              <a:t>Demonstrates arrays, loops, and logic building</a:t>
            </a:r>
          </a:p>
          <a:p>
            <a:r>
              <a:rPr lang="en-US"/>
              <a:t>Automates marksheet, ranking, and toppers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26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E70E-F353-DFA0-E551-C059948F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🧾 INTRODUCTION TO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8E034-E8DE-C62E-E55D-9A6EAFC2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1" y="1825625"/>
            <a:ext cx="108258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Project Overview</a:t>
            </a:r>
          </a:p>
          <a:p>
            <a:r>
              <a:rPr lang="en-US"/>
              <a:t>Manual marksheet preparation is time-consuming and error-prone</a:t>
            </a:r>
          </a:p>
          <a:p>
            <a:endParaRPr lang="en-US"/>
          </a:p>
          <a:p>
            <a:pPr lvl="1"/>
            <a:r>
              <a:rPr lang="en-US"/>
              <a:t>This project automates:</a:t>
            </a:r>
          </a:p>
          <a:p>
            <a:pPr lvl="1"/>
            <a:r>
              <a:rPr lang="en-US"/>
              <a:t>Marksheet generation</a:t>
            </a:r>
          </a:p>
          <a:p>
            <a:pPr lvl="1"/>
            <a:r>
              <a:rPr lang="en-US"/>
              <a:t>Percentage calculation</a:t>
            </a:r>
          </a:p>
          <a:p>
            <a:pPr lvl="1"/>
            <a:r>
              <a:rPr lang="en-US"/>
              <a:t>Rank list</a:t>
            </a:r>
          </a:p>
          <a:p>
            <a:pPr lvl="1"/>
            <a:r>
              <a:rPr lang="en-US"/>
              <a:t>Subject toppers</a:t>
            </a:r>
          </a:p>
          <a:p>
            <a:r>
              <a:rPr lang="en-US"/>
              <a:t>Implemented using C programming language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88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5757-8413-9630-1729-EA18B560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🛠️ TOOLS &amp; TECHNOLOGIES USED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2763538-038F-1B39-7521-B5DFB8F55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02941" y="1420326"/>
            <a:ext cx="6690851" cy="312217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2A2EBD-C2C5-9814-5BFC-A284F106E505}"/>
              </a:ext>
            </a:extLst>
          </p:cNvPr>
          <p:cNvSpPr txBox="1"/>
          <p:nvPr/>
        </p:nvSpPr>
        <p:spPr>
          <a:xfrm>
            <a:off x="639097" y="2145724"/>
            <a:ext cx="52405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💻 Visual Studio Code (VS Code)</a:t>
            </a:r>
          </a:p>
          <a:p>
            <a:r>
              <a:rPr lang="en-US"/>
              <a:t>Used as the source code editor for writing and managing the C program.</a:t>
            </a:r>
          </a:p>
          <a:p>
            <a:r>
              <a:rPr lang="en-US"/>
              <a:t>Provides syntax highlighting and an easy-to-use interface.</a:t>
            </a:r>
          </a:p>
          <a:p>
            <a:r>
              <a:rPr lang="en-US"/>
              <a:t>⚙️ GCC Compiler</a:t>
            </a:r>
          </a:p>
          <a:p>
            <a:r>
              <a:rPr lang="en-US"/>
              <a:t>Used to compile and execute the C program.</a:t>
            </a:r>
          </a:p>
          <a:p>
            <a:r>
              <a:rPr lang="en-US"/>
              <a:t>Converts C source code into executable machine code.</a:t>
            </a:r>
          </a:p>
          <a:p>
            <a:r>
              <a:rPr lang="en-US"/>
              <a:t>⌨️ C Programming Language</a:t>
            </a:r>
          </a:p>
          <a:p>
            <a:r>
              <a:rPr lang="en-US"/>
              <a:t>Used to implement program logic using loops, conditions, and variables.</a:t>
            </a:r>
          </a:p>
          <a:p>
            <a:r>
              <a:rPr lang="en-US"/>
              <a:t>🖥️ Windows Operating System</a:t>
            </a:r>
          </a:p>
          <a:p>
            <a:r>
              <a:rPr lang="en-US"/>
              <a:t>Provides the environment to run VS Code and GCC compiler.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A76F61-B092-2618-8D13-F25D31807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353" y="4580321"/>
            <a:ext cx="4809447" cy="18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7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6AFF-978F-A3DB-04FD-150FE2C3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⚙️ PROJECT 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0AEF-3939-6154-3C7E-4D70F987F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83" y="1474839"/>
            <a:ext cx="11432382" cy="5218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1 .User enters:</a:t>
            </a:r>
          </a:p>
          <a:p>
            <a:pPr lvl="1"/>
            <a:r>
              <a:rPr lang="en-US"/>
              <a:t>Number of students</a:t>
            </a:r>
          </a:p>
          <a:p>
            <a:pPr lvl="1"/>
            <a:r>
              <a:rPr lang="en-US"/>
              <a:t>Number of subjects</a:t>
            </a:r>
          </a:p>
          <a:p>
            <a:pPr marL="0" indent="0">
              <a:buNone/>
            </a:pPr>
            <a:r>
              <a:rPr lang="en-US"/>
              <a:t>2 .Marks are entered for each student</a:t>
            </a:r>
          </a:p>
          <a:p>
            <a:pPr marL="0" indent="0">
              <a:buNone/>
            </a:pPr>
            <a:r>
              <a:rPr lang="en-US"/>
              <a:t>3 .Program calculates:</a:t>
            </a:r>
          </a:p>
          <a:p>
            <a:pPr lvl="1"/>
            <a:r>
              <a:rPr lang="en-US"/>
              <a:t>Total marks</a:t>
            </a:r>
          </a:p>
          <a:p>
            <a:pPr lvl="1"/>
            <a:r>
              <a:rPr lang="en-US"/>
              <a:t>Percentage</a:t>
            </a:r>
          </a:p>
          <a:p>
            <a:pPr lvl="1"/>
            <a:r>
              <a:rPr lang="en-US"/>
              <a:t>Rank</a:t>
            </a:r>
          </a:p>
          <a:p>
            <a:pPr lvl="1"/>
            <a:r>
              <a:rPr lang="en-US"/>
              <a:t>Subject toppers</a:t>
            </a:r>
          </a:p>
          <a:p>
            <a:r>
              <a:rPr lang="en-US"/>
              <a:t>Final output displayed on console.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8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3863-1B39-436D-A39C-6C440469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📸 SCREENSHOT 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449143-537D-64C6-EE12-D146F9C0A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336" y="1591081"/>
            <a:ext cx="8588217" cy="5150013"/>
          </a:xfrm>
        </p:spPr>
      </p:pic>
    </p:spTree>
    <p:extLst>
      <p:ext uri="{BB962C8B-B14F-4D97-AF65-F5344CB8AC3E}">
        <p14:creationId xmlns:p14="http://schemas.microsoft.com/office/powerpoint/2010/main" val="3764755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00647-CF65-41A0-2544-535B2E6F0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122" y="200798"/>
            <a:ext cx="8597210" cy="645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0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5DA5E7-DD85-19E1-9375-1A9452217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899" y="1044599"/>
            <a:ext cx="8476202" cy="545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06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37309F-08FB-8FF1-4581-796BE437E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691" y="1258529"/>
            <a:ext cx="8447055" cy="49062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7710E0-839F-DA02-C7DC-86AAD45FCCE5}"/>
              </a:ext>
            </a:extLst>
          </p:cNvPr>
          <p:cNvSpPr txBox="1"/>
          <p:nvPr/>
        </p:nvSpPr>
        <p:spPr>
          <a:xfrm>
            <a:off x="2379406" y="639097"/>
            <a:ext cx="1907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31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D7331E-C54F-CCEC-9F8C-5210D0624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01595"/>
            <a:ext cx="10815484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2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89F1-B607-1576-3C94-0964584C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CORE  LOGIC 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0760E-7E1F-BBF8-3FEA-8440AFD70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/>
              <a:t>Key Concepts Used</a:t>
            </a:r>
          </a:p>
          <a:p>
            <a:pPr>
              <a:lnSpc>
                <a:spcPct val="100000"/>
              </a:lnSpc>
            </a:pPr>
            <a:r>
              <a:rPr lang="en-IN"/>
              <a:t>int marks[students][subjects] → stores marks</a:t>
            </a:r>
          </a:p>
          <a:p>
            <a:pPr>
              <a:lnSpc>
                <a:spcPct val="100000"/>
              </a:lnSpc>
            </a:pPr>
            <a:r>
              <a:rPr lang="en-IN"/>
              <a:t>total[] → total marks per student</a:t>
            </a:r>
          </a:p>
          <a:p>
            <a:pPr>
              <a:lnSpc>
                <a:spcPct val="100000"/>
              </a:lnSpc>
            </a:pPr>
            <a:r>
              <a:rPr lang="en-IN"/>
              <a:t>percent[] → percentage calculation</a:t>
            </a:r>
          </a:p>
          <a:p>
            <a:pPr>
              <a:lnSpc>
                <a:spcPct val="100000"/>
              </a:lnSpc>
            </a:pPr>
            <a:r>
              <a:rPr lang="en-IN"/>
              <a:t>Nested loops → input and processing</a:t>
            </a:r>
          </a:p>
          <a:p>
            <a:pPr>
              <a:lnSpc>
                <a:spcPct val="100000"/>
              </a:lnSpc>
            </a:pPr>
            <a:r>
              <a:rPr lang="en-IN"/>
              <a:t>Rank logic → compares totals</a:t>
            </a:r>
          </a:p>
          <a:p>
            <a:pPr>
              <a:lnSpc>
                <a:spcPct val="100000"/>
              </a:lnSpc>
            </a:pPr>
            <a:r>
              <a:rPr lang="en-IN"/>
              <a:t>Subject topper logic → finds highest marks</a:t>
            </a:r>
          </a:p>
        </p:txBody>
      </p:sp>
    </p:spTree>
    <p:extLst>
      <p:ext uri="{BB962C8B-B14F-4D97-AF65-F5344CB8AC3E}">
        <p14:creationId xmlns:p14="http://schemas.microsoft.com/office/powerpoint/2010/main" val="20168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A919-DB22-5C02-6321-554A14C7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✅ Advantages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3F9B-EAC2-88E4-6D7E-B13B8FA14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Simple and easy to understand</a:t>
            </a:r>
          </a:p>
          <a:p>
            <a:pPr>
              <a:lnSpc>
                <a:spcPct val="150000"/>
              </a:lnSpc>
            </a:pPr>
            <a:r>
              <a:rPr lang="en-US"/>
              <a:t>Reduces manual errors</a:t>
            </a:r>
          </a:p>
          <a:p>
            <a:pPr>
              <a:lnSpc>
                <a:spcPct val="150000"/>
              </a:lnSpc>
            </a:pPr>
            <a:r>
              <a:rPr lang="en-US"/>
              <a:t>Efficient processing</a:t>
            </a:r>
          </a:p>
          <a:p>
            <a:pPr>
              <a:lnSpc>
                <a:spcPct val="150000"/>
              </a:lnSpc>
            </a:pPr>
            <a:r>
              <a:rPr lang="en-US"/>
              <a:t>Demonstrates core C concepts</a:t>
            </a:r>
          </a:p>
          <a:p>
            <a:pPr>
              <a:lnSpc>
                <a:spcPct val="150000"/>
              </a:lnSpc>
            </a:pPr>
            <a:r>
              <a:rPr lang="en-US"/>
              <a:t>Beginner-friendly project.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110A9-0E19-A686-35F4-66A1A0275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987" y="4316361"/>
            <a:ext cx="2848373" cy="24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45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3B47-5790-79BC-F9A9-D7B6578B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🔮 Future Scope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334D-2A8B-683B-69B6-1338E8EB7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/>
              <a:t>Add grade calculation</a:t>
            </a:r>
          </a:p>
          <a:p>
            <a:pPr>
              <a:lnSpc>
                <a:spcPct val="100000"/>
              </a:lnSpc>
            </a:pPr>
            <a:r>
              <a:rPr lang="en-IN"/>
              <a:t>Store data in files</a:t>
            </a:r>
          </a:p>
          <a:p>
            <a:pPr>
              <a:lnSpc>
                <a:spcPct val="100000"/>
              </a:lnSpc>
            </a:pPr>
            <a:r>
              <a:rPr lang="en-IN"/>
              <a:t>Menu-driven interface</a:t>
            </a:r>
          </a:p>
          <a:p>
            <a:pPr>
              <a:lnSpc>
                <a:spcPct val="100000"/>
              </a:lnSpc>
            </a:pPr>
            <a:r>
              <a:rPr lang="en-IN"/>
              <a:t>Add student names</a:t>
            </a:r>
          </a:p>
          <a:p>
            <a:pPr>
              <a:lnSpc>
                <a:spcPct val="100000"/>
              </a:lnSpc>
            </a:pPr>
            <a:r>
              <a:rPr lang="en-IN"/>
              <a:t>Convert to GUI application</a:t>
            </a:r>
          </a:p>
          <a:p>
            <a:pPr>
              <a:lnSpc>
                <a:spcPct val="100000"/>
              </a:lnSpc>
            </a:pPr>
            <a:r>
              <a:rPr lang="en-IN"/>
              <a:t>Database integration</a:t>
            </a:r>
          </a:p>
        </p:txBody>
      </p:sp>
    </p:spTree>
    <p:extLst>
      <p:ext uri="{BB962C8B-B14F-4D97-AF65-F5344CB8AC3E}">
        <p14:creationId xmlns:p14="http://schemas.microsoft.com/office/powerpoint/2010/main" val="635921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315A5-72A6-28E1-DF3D-193A15E23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49047" y="758092"/>
            <a:ext cx="12348308" cy="5220677"/>
          </a:xfrm>
        </p:spPr>
        <p:txBody>
          <a:bodyPr>
            <a:noAutofit/>
          </a:bodyPr>
          <a:lstStyle/>
          <a:p>
            <a:pPr lvl="7" algn="ctr"/>
            <a:r>
              <a:rPr lang="en-US" sz="15200" b="1" i="1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5029564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</TotalTime>
  <Words>327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Rockwell</vt:lpstr>
      <vt:lpstr>Gallery</vt:lpstr>
      <vt:lpstr>PROJECT NAME:AGE SURVEY ANALYZER            </vt:lpstr>
      <vt:lpstr>📌title</vt:lpstr>
      <vt:lpstr>🧾 INTRODUCTION TO PROJECT</vt:lpstr>
      <vt:lpstr>🛠️ TOOLS &amp; TECHNOLOGIES USED</vt:lpstr>
      <vt:lpstr>⚙️ PROJECT  WORKING</vt:lpstr>
      <vt:lpstr>📸 SCREENSHOT </vt:lpstr>
      <vt:lpstr>PowerPoint Presentation</vt:lpstr>
      <vt:lpstr>PowerPoint Presentation</vt:lpstr>
      <vt:lpstr>PowerPoint Presentation</vt:lpstr>
      <vt:lpstr>PowerPoint Presentation</vt:lpstr>
      <vt:lpstr>CORE  LOGIC  EXPLANATION</vt:lpstr>
      <vt:lpstr>✅ Advantages </vt:lpstr>
      <vt:lpstr>🔮 Future Scope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nirmalkar</dc:creator>
  <cp:lastModifiedBy>abhishek kashi</cp:lastModifiedBy>
  <cp:revision>2</cp:revision>
  <dcterms:created xsi:type="dcterms:W3CDTF">2026-01-01T19:19:26Z</dcterms:created>
  <dcterms:modified xsi:type="dcterms:W3CDTF">2026-01-06T15:41:56Z</dcterms:modified>
</cp:coreProperties>
</file>